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2" b="-222"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2" b="-222"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" b="-33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9586" y="1332483"/>
            <a:ext cx="1302204" cy="8636357"/>
          </a:xfrm>
          <a:custGeom>
            <a:avLst/>
            <a:gdLst/>
            <a:ahLst/>
            <a:cxnLst/>
            <a:rect l="l" t="t" r="r" b="b"/>
            <a:pathLst>
              <a:path w="1302204" h="8636357">
                <a:moveTo>
                  <a:pt x="0" y="0"/>
                </a:moveTo>
                <a:lnTo>
                  <a:pt x="1302204" y="0"/>
                </a:lnTo>
                <a:lnTo>
                  <a:pt x="1302204" y="8636357"/>
                </a:lnTo>
                <a:lnTo>
                  <a:pt x="0" y="8636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71" r="-1944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4" name="Freeform 4"/>
          <p:cNvSpPr/>
          <p:nvPr/>
        </p:nvSpPr>
        <p:spPr>
          <a:xfrm>
            <a:off x="16866210" y="1332483"/>
            <a:ext cx="1302204" cy="8636357"/>
          </a:xfrm>
          <a:custGeom>
            <a:avLst/>
            <a:gdLst/>
            <a:ahLst/>
            <a:cxnLst/>
            <a:rect l="l" t="t" r="r" b="b"/>
            <a:pathLst>
              <a:path w="1302204" h="8636357">
                <a:moveTo>
                  <a:pt x="0" y="0"/>
                </a:moveTo>
                <a:lnTo>
                  <a:pt x="1302204" y="0"/>
                </a:lnTo>
                <a:lnTo>
                  <a:pt x="1302204" y="8636357"/>
                </a:lnTo>
                <a:lnTo>
                  <a:pt x="0" y="8636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71" r="-1944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5388" y="2280572"/>
            <a:ext cx="16017225" cy="7688268"/>
          </a:xfrm>
          <a:custGeom>
            <a:avLst/>
            <a:gdLst/>
            <a:ahLst/>
            <a:cxnLst/>
            <a:rect l="l" t="t" r="r" b="b"/>
            <a:pathLst>
              <a:path w="16017225" h="7688268">
                <a:moveTo>
                  <a:pt x="0" y="0"/>
                </a:moveTo>
                <a:lnTo>
                  <a:pt x="16017224" y="0"/>
                </a:lnTo>
                <a:lnTo>
                  <a:pt x="16017224" y="7688268"/>
                </a:lnTo>
                <a:lnTo>
                  <a:pt x="0" y="7688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2" b="-222"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4307" y="621943"/>
            <a:ext cx="3695603" cy="8636357"/>
          </a:xfrm>
          <a:custGeom>
            <a:avLst/>
            <a:gdLst/>
            <a:ahLst/>
            <a:cxnLst/>
            <a:rect l="l" t="t" r="r" b="b"/>
            <a:pathLst>
              <a:path w="3695603" h="8636357">
                <a:moveTo>
                  <a:pt x="0" y="0"/>
                </a:moveTo>
                <a:lnTo>
                  <a:pt x="3695603" y="0"/>
                </a:lnTo>
                <a:lnTo>
                  <a:pt x="3695603" y="8636357"/>
                </a:lnTo>
                <a:lnTo>
                  <a:pt x="0" y="8636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60" r="-3760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58193" y="1260502"/>
            <a:ext cx="3695603" cy="8636357"/>
          </a:xfrm>
          <a:custGeom>
            <a:avLst/>
            <a:gdLst/>
            <a:ahLst/>
            <a:cxnLst/>
            <a:rect l="l" t="t" r="r" b="b"/>
            <a:pathLst>
              <a:path w="3695603" h="8636357">
                <a:moveTo>
                  <a:pt x="0" y="0"/>
                </a:moveTo>
                <a:lnTo>
                  <a:pt x="3695602" y="0"/>
                </a:lnTo>
                <a:lnTo>
                  <a:pt x="3695602" y="8636357"/>
                </a:lnTo>
                <a:lnTo>
                  <a:pt x="0" y="8636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60" r="-3760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01753" y="2270461"/>
            <a:ext cx="10084493" cy="7626398"/>
          </a:xfrm>
          <a:custGeom>
            <a:avLst/>
            <a:gdLst/>
            <a:ahLst/>
            <a:cxnLst/>
            <a:rect l="l" t="t" r="r" b="b"/>
            <a:pathLst>
              <a:path w="10084493" h="7626398">
                <a:moveTo>
                  <a:pt x="0" y="0"/>
                </a:moveTo>
                <a:lnTo>
                  <a:pt x="10084494" y="0"/>
                </a:lnTo>
                <a:lnTo>
                  <a:pt x="10084494" y="7626398"/>
                </a:lnTo>
                <a:lnTo>
                  <a:pt x="0" y="7626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" b="-333"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" b="-333"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Yesid Ojeda</cp:lastModifiedBy>
  <cp:revision>2</cp:revision>
  <dcterms:created xsi:type="dcterms:W3CDTF">2006-08-16T00:00:00Z</dcterms:created>
  <dcterms:modified xsi:type="dcterms:W3CDTF">2026-05-27T23:55:39Z</dcterms:modified>
  <dc:identifier>DAHK5vpKS7M</dc:identifier>
</cp:coreProperties>
</file>